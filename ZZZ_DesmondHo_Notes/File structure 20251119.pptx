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7" r:id="rId2"/>
    <p:sldId id="258" r:id="rId3"/>
    <p:sldId id="266" r:id="rId4"/>
    <p:sldId id="259" r:id="rId5"/>
    <p:sldId id="267" r:id="rId6"/>
    <p:sldId id="260" r:id="rId7"/>
    <p:sldId id="268" r:id="rId8"/>
    <p:sldId id="261" r:id="rId9"/>
    <p:sldId id="269" r:id="rId10"/>
    <p:sldId id="262" r:id="rId11"/>
    <p:sldId id="270" r:id="rId12"/>
    <p:sldId id="263" r:id="rId13"/>
    <p:sldId id="27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765"/>
    <p:restoredTop sz="94700"/>
  </p:normalViewPr>
  <p:slideViewPr>
    <p:cSldViewPr snapToGrid="0">
      <p:cViewPr>
        <p:scale>
          <a:sx n="100" d="100"/>
          <a:sy n="100" d="100"/>
        </p:scale>
        <p:origin x="224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E2AD29-8739-4243-A5E5-E85AD97F0E02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50EB44-786B-A841-AF65-118B32BFDB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5998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04D00-7D5F-43B8-3F5C-79A542D441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B25403-34EF-FFEE-6BB4-7F538E7CF6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CF43D7-5A43-874B-6606-5978EAD28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B5E2F-B219-B84D-9EFE-66A8A84EE4A9}" type="datetime1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E55D61-432D-A866-1E0A-E1CC4EF50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8D7C77-F3EF-23E6-D7DF-69F18E39E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90E09-7D5F-F04A-83F2-0A0A8FF42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011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1E50F-2750-A696-54B1-693BA77C6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57B391-B654-0E30-0657-430A54B4F9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B31386-3DA1-1962-6EA9-D5151E0C0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A11AA-9897-1546-847B-CD9EB9B20BB8}" type="datetime1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8D85AE-D4B3-EF16-644F-1BEFDC803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C1D1AB-0361-9605-8C92-56139B19F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90E09-7D5F-F04A-83F2-0A0A8FF42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246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F1BB7-73B5-AD1B-8ED8-CF2148FF9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343E5C-B9E1-E616-816F-0F839BE6BD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8838E4-6186-655D-D4B5-90D76212B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A0311-E738-CF4C-8842-7E1AF3C56DD4}" type="datetime1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6183C3-25A7-B288-B595-B91598971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4922B3-5F57-07D8-AA90-77A5DEB32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90E09-7D5F-F04A-83F2-0A0A8FF42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802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0FAB6-8CCA-221A-60AE-9500D1A62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F4616-0853-FC70-8671-6BF4DA15AE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291D6E-CC6E-6720-3A25-2640FB41BD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F3B9F8-B3DD-FDA8-79A1-B67FA4307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62982-B0E4-E046-A505-13E513761C47}" type="datetime1">
              <a:rPr lang="en-US" smtClean="0"/>
              <a:t>11/19/25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FA02DF-E69E-2D2A-9787-E6B39478F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9F71F7-586C-48A9-8F6B-C6264C947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90E09-7D5F-F04A-83F2-0A0A8FF42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2246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EAB84-F17E-57F1-5282-F405E2665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C2AF4A-81D6-23D4-B74F-80EDAD66EF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2FE080-7D16-09BF-EE46-6E6D3E43AF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898B0A-1BEA-8B0D-F19E-C859CDFBC3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451A44-3268-A20A-DFD7-0A7A00E6D0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B23E1F-EC51-7066-6DA9-AC66D3568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61A69-FD12-9D43-8D19-69B3983744B1}" type="datetime1">
              <a:rPr lang="en-US" smtClean="0"/>
              <a:t>11/19/25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C8329F-4A1D-99A9-CB87-803C6169C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CDBE82-D90B-12A2-B68F-16A80F828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90E09-7D5F-F04A-83F2-0A0A8FF42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242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97393-FA54-6E95-3D87-10B7D9FB2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1B1031-E894-58FE-6A5D-05FED3102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0FB47-8B5B-C349-9BA9-24CEA2BECAAE}" type="datetime1">
              <a:rPr lang="en-US" smtClean="0"/>
              <a:t>11/19/25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7D39F5-B23D-5C1A-320E-1B90204ED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49349D-D1D0-9EC1-0351-E487A6711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90E09-7D5F-F04A-83F2-0A0A8FF42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858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1B9381-36EE-1314-2028-F705DF9F2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BC6F5-016D-E042-A419-16452D017793}" type="datetime1">
              <a:rPr lang="en-US" smtClean="0"/>
              <a:t>11/19/25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3653EB-3841-A774-0348-EC1039B7B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367B97-FC57-1263-A7ED-EFE40F4DC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90E09-7D5F-F04A-83F2-0A0A8FF42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991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1FE1A-009B-CCC5-4BA6-6789A5145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643216-FB5D-9136-3AD9-C563DCE79B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716949-9FEE-AEA7-3619-715A64BEB8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B75498-B6DE-97E2-4EE4-D25B53DC5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3459D-611C-2C49-BCDE-AD9C1171972A}" type="datetime1">
              <a:rPr lang="en-US" smtClean="0"/>
              <a:t>11/19/25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C3D05-E0D9-C46C-008E-2685C3EDE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090021-B42B-F3B6-AE8A-E85D35BE3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90E09-7D5F-F04A-83F2-0A0A8FF42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8467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82CBE-616B-6449-EE21-FC244B720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E3F5E5-FB88-8292-DB15-65FF3E4961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E60224-D938-AB5C-AA42-8805A04FDD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27CBE8-956B-85EC-A85D-1E237813E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D4C49-075E-1646-8056-3654ED4EAFE4}" type="datetime1">
              <a:rPr lang="en-US" smtClean="0"/>
              <a:t>11/19/25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F20F6C-56BF-DE5D-4B73-F662F44FA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9090EB-2BD2-EC6B-BA85-C71B7C76A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90E09-7D5F-F04A-83F2-0A0A8FF42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8286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D5CAA-BB49-7DFE-C07E-202301503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48F5E6-67AD-3DC3-1B81-55680E9BA8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C33B6B-A642-0A2C-A8D7-77BF3C87F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0FFBC-4005-F54F-8B55-3CCC56158B9E}" type="datetime1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C4A686-D31D-3DF0-0177-0885C37B0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CF68EC-AFC3-DCC5-686A-C54CF87F5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90E09-7D5F-F04A-83F2-0A0A8FF42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5260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F46396-8C66-8A4A-0A5F-58B7C73BE6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B1D16F-9342-35F7-0B54-7623CA0E49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BAC724-8177-04BB-4078-AD2AA72E4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DE5F5-A8D4-6A40-BABB-898781D67673}" type="datetime1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EB3EB0-6A8D-488A-9C7C-862402378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B22B58-25F5-FB0C-3138-A194C1269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90E09-7D5F-F04A-83F2-0A0A8FF42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23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D1B881-9F92-1DEB-01F9-858C4E7D3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846446-6704-7305-982B-FBC0E95E79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6013A1-BE91-63CF-CD3C-917455D389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E39835-9102-D248-9EC2-9EDE123D6803}" type="datetime1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73ECFA-6088-267A-D6D1-BAC2A12A57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B1516E-E4F3-C209-6DBD-613481D6D0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890E09-7D5F-F04A-83F2-0A0A8FF42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345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9DA7C7-5FD9-8287-B009-263C9CA95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B48361-AB5E-D30D-259D-052D70F36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90E09-7D5F-F04A-83F2-0A0A8FF42F66}" type="slidenum">
              <a:rPr lang="en-US" smtClean="0"/>
              <a:t>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AD9851-BC4C-6BD0-4C5E-30816190D516}"/>
              </a:ext>
            </a:extLst>
          </p:cNvPr>
          <p:cNvSpPr txBox="1"/>
          <p:nvPr/>
        </p:nvSpPr>
        <p:spPr>
          <a:xfrm>
            <a:off x="0" y="0"/>
            <a:ext cx="5980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structure of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Li_Jing_Hostel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website as at </a:t>
            </a:r>
            <a:r>
              <a:rPr lang="en-US" b="1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20251119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4E350D1-7083-B521-AC88-BB7EC8623B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736" y="369332"/>
            <a:ext cx="5928264" cy="6352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3788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32C9FC-C5EE-1917-ECCB-D79BB503A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79F226-98EF-4F26-A5D4-0E9F0698F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90E09-7D5F-F04A-83F2-0A0A8FF42F66}" type="slidenum">
              <a:rPr lang="en-US" smtClean="0"/>
              <a:t>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480637-C6F1-3494-AFD7-BD5D1CE5F7BD}"/>
              </a:ext>
            </a:extLst>
          </p:cNvPr>
          <p:cNvSpPr txBox="1"/>
          <p:nvPr/>
        </p:nvSpPr>
        <p:spPr>
          <a:xfrm>
            <a:off x="0" y="0"/>
            <a:ext cx="5980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structure of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Li_Jing_Hostel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website as at </a:t>
            </a:r>
            <a:r>
              <a:rPr lang="en-US" b="1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20251119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068FF1F-015E-6EFC-B415-398C1AF8B6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564" y="369331"/>
            <a:ext cx="5960435" cy="5574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2936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9C637B-3BEF-09F0-0B27-399FD9A1A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13526-2104-C99A-0790-91B4E518D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90E09-7D5F-F04A-83F2-0A0A8FF42F66}" type="slidenum">
              <a:rPr lang="en-US" smtClean="0"/>
              <a:t>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C1A09C-7071-6923-C844-05077BF6C186}"/>
              </a:ext>
            </a:extLst>
          </p:cNvPr>
          <p:cNvSpPr txBox="1"/>
          <p:nvPr/>
        </p:nvSpPr>
        <p:spPr>
          <a:xfrm>
            <a:off x="0" y="0"/>
            <a:ext cx="5980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structure of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Li_Jing_Hostel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website as at </a:t>
            </a:r>
            <a:r>
              <a:rPr lang="en-US" b="1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20251119</a:t>
            </a:r>
          </a:p>
        </p:txBody>
      </p:sp>
      <p:pic>
        <p:nvPicPr>
          <p:cNvPr id="8" name="Picture 7" descr="A white surface with a black border&#10;&#10;AI-generated content may be incorrect.">
            <a:extLst>
              <a:ext uri="{FF2B5EF4-FFF2-40B4-BE49-F238E27FC236}">
                <a16:creationId xmlns:a16="http://schemas.microsoft.com/office/drawing/2014/main" id="{34A8A4D1-285E-5883-6641-04F4AF7B39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033" y="470931"/>
            <a:ext cx="5782636" cy="71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4681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CA76C9-8F31-57C1-EE39-51F6D2344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4B7F34-8636-252D-AAE0-DD6C0FDC8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90E09-7D5F-F04A-83F2-0A0A8FF42F66}" type="slidenum">
              <a:rPr lang="en-US" smtClean="0"/>
              <a:t>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83E92C-3BCD-0B01-5A60-E107950295C4}"/>
              </a:ext>
            </a:extLst>
          </p:cNvPr>
          <p:cNvSpPr txBox="1"/>
          <p:nvPr/>
        </p:nvSpPr>
        <p:spPr>
          <a:xfrm>
            <a:off x="0" y="0"/>
            <a:ext cx="5980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structure of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Li_Jing_Hostel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website as at </a:t>
            </a:r>
            <a:r>
              <a:rPr lang="en-US" b="1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20251119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BDF3816-D671-F041-4932-9B0DB45CD3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970" y="369332"/>
            <a:ext cx="5948030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9638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CDE3B5-218C-6AB6-40D7-094CAD555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C76BB2-9D6E-0F89-1C87-DA5AFE825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90E09-7D5F-F04A-83F2-0A0A8FF42F66}" type="slidenum">
              <a:rPr lang="en-US" smtClean="0"/>
              <a:t>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8D6BE8-7BE0-D305-95B1-4D6FDE7FF725}"/>
              </a:ext>
            </a:extLst>
          </p:cNvPr>
          <p:cNvSpPr txBox="1"/>
          <p:nvPr/>
        </p:nvSpPr>
        <p:spPr>
          <a:xfrm>
            <a:off x="0" y="0"/>
            <a:ext cx="5980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structure of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Li_Jing_Hostel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website as at </a:t>
            </a:r>
            <a:r>
              <a:rPr lang="en-US" b="1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20251119</a:t>
            </a:r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9153EC7-1335-C352-BCAD-0436246D72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789" y="369332"/>
            <a:ext cx="5763880" cy="271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7232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5E6F8B-4840-68A6-5D13-202EBC9A6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F54454-7E3F-DBC8-799F-3CAE643BF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90E09-7D5F-F04A-83F2-0A0A8FF42F66}" type="slidenum">
              <a:rPr lang="en-US" smtClean="0"/>
              <a:t>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77EB1B-19A7-6723-1BB8-1568FEC135C9}"/>
              </a:ext>
            </a:extLst>
          </p:cNvPr>
          <p:cNvSpPr txBox="1"/>
          <p:nvPr/>
        </p:nvSpPr>
        <p:spPr>
          <a:xfrm>
            <a:off x="0" y="0"/>
            <a:ext cx="5980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structure of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Li_Jing_Hostel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website as at </a:t>
            </a:r>
            <a:r>
              <a:rPr lang="en-US" b="1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20251119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066A740-9937-5F4D-43C3-030389AAD4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130" y="369332"/>
            <a:ext cx="595187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1867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129324-1E1E-D3AF-89D3-75A422AD3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7A02C2-9E32-3E65-1DD8-35E54AE36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90E09-7D5F-F04A-83F2-0A0A8FF42F66}" type="slidenum">
              <a:rPr lang="en-US" smtClean="0"/>
              <a:t>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BD1A32-3EB5-D675-F7C5-E0470422E212}"/>
              </a:ext>
            </a:extLst>
          </p:cNvPr>
          <p:cNvSpPr txBox="1"/>
          <p:nvPr/>
        </p:nvSpPr>
        <p:spPr>
          <a:xfrm>
            <a:off x="0" y="0"/>
            <a:ext cx="5980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structure of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Li_Jing_Hostel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website as at </a:t>
            </a:r>
            <a:r>
              <a:rPr lang="en-US" b="1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20251119</a:t>
            </a: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5AA5CE4-CE7C-CB2E-D96E-C364632BBD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929" y="470932"/>
            <a:ext cx="5807740" cy="373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0123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870053-0AC9-0922-6CC8-495826D0D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5854AD-829C-5E67-4169-4565C3E7C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90E09-7D5F-F04A-83F2-0A0A8FF42F66}" type="slidenum">
              <a:rPr lang="en-US" smtClean="0"/>
              <a:t>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889A34-0614-7775-E36A-8B0809A3115A}"/>
              </a:ext>
            </a:extLst>
          </p:cNvPr>
          <p:cNvSpPr txBox="1"/>
          <p:nvPr/>
        </p:nvSpPr>
        <p:spPr>
          <a:xfrm>
            <a:off x="0" y="0"/>
            <a:ext cx="5980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structure of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Li_Jing_Hostel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website as at </a:t>
            </a:r>
            <a:r>
              <a:rPr lang="en-US" b="1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20251119</a:t>
            </a: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20485E4-F394-C20C-576A-7355917CAF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264" y="393700"/>
            <a:ext cx="5752805" cy="303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9318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C23AB8-8EF5-9A28-FFE2-348A26424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D74773-C743-884D-185F-EBAFB8CB3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90E09-7D5F-F04A-83F2-0A0A8FF42F66}" type="slidenum">
              <a:rPr lang="en-US" smtClean="0"/>
              <a:t>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67E707-6917-2F06-CFD9-2C2A1479A299}"/>
              </a:ext>
            </a:extLst>
          </p:cNvPr>
          <p:cNvSpPr txBox="1"/>
          <p:nvPr/>
        </p:nvSpPr>
        <p:spPr>
          <a:xfrm>
            <a:off x="0" y="0"/>
            <a:ext cx="5980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structure of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Li_Jing_Hostel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website as at </a:t>
            </a:r>
            <a:r>
              <a:rPr lang="en-US" b="1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20251119</a:t>
            </a:r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27AF012-70DB-1F4B-7256-0A305D5A44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264" y="369332"/>
            <a:ext cx="5947736" cy="367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458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EA8E46-2235-8929-7AC2-C12AE0550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D0B1E8-183E-19F2-4D95-976F77C3D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90E09-7D5F-F04A-83F2-0A0A8FF42F66}" type="slidenum">
              <a:rPr lang="en-US" smtClean="0"/>
              <a:t>10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0B4BEE-7487-A1EC-CE42-328BD7DC2212}"/>
              </a:ext>
            </a:extLst>
          </p:cNvPr>
          <p:cNvSpPr txBox="1"/>
          <p:nvPr/>
        </p:nvSpPr>
        <p:spPr>
          <a:xfrm>
            <a:off x="0" y="0"/>
            <a:ext cx="5980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structure of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Li_Jing_Hostel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website as at </a:t>
            </a:r>
            <a:r>
              <a:rPr lang="en-US" b="1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20251119</a:t>
            </a:r>
          </a:p>
        </p:txBody>
      </p:sp>
      <p:pic>
        <p:nvPicPr>
          <p:cNvPr id="3" name="Picture 2" descr="A white surface with a black border&#10;&#10;AI-generated content may be incorrect.">
            <a:extLst>
              <a:ext uri="{FF2B5EF4-FFF2-40B4-BE49-F238E27FC236}">
                <a16:creationId xmlns:a16="http://schemas.microsoft.com/office/drawing/2014/main" id="{FC316DDE-8FCB-2A86-8644-E4A674C1F2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85" y="369332"/>
            <a:ext cx="5868584" cy="100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8454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2DB004-4986-6CBD-6487-B52542E19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3D056E-C907-7934-C53F-88534DBF4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90E09-7D5F-F04A-83F2-0A0A8FF42F66}" type="slidenum">
              <a:rPr lang="en-US" smtClean="0"/>
              <a:t>11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2E103F-A33E-D40E-6401-11B0D235A791}"/>
              </a:ext>
            </a:extLst>
          </p:cNvPr>
          <p:cNvSpPr txBox="1"/>
          <p:nvPr/>
        </p:nvSpPr>
        <p:spPr>
          <a:xfrm>
            <a:off x="0" y="0"/>
            <a:ext cx="5980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structure of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Li_Jing_Hostel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website as at </a:t>
            </a:r>
            <a:r>
              <a:rPr lang="en-US" b="1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20251119</a:t>
            </a: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A46F279-57C6-B880-9C3E-4F10E769B5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172" y="369332"/>
            <a:ext cx="5987161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53572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9D2B7B-8C7F-0B5F-456B-744F4A899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D76A9E-B920-5456-C54C-A8ED454E4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90E09-7D5F-F04A-83F2-0A0A8FF42F66}" type="slidenum">
              <a:rPr lang="en-US" smtClean="0"/>
              <a:t>12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99CB95-F33D-DAD3-BC8E-FD86A92414B8}"/>
              </a:ext>
            </a:extLst>
          </p:cNvPr>
          <p:cNvSpPr txBox="1"/>
          <p:nvPr/>
        </p:nvSpPr>
        <p:spPr>
          <a:xfrm>
            <a:off x="0" y="0"/>
            <a:ext cx="5980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structure of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Li_Jing_Hostel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website as at </a:t>
            </a:r>
            <a:r>
              <a:rPr lang="en-US" b="1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20251119</a:t>
            </a: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C93955A-374E-151C-EB52-C71C7FFFFB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202" y="369332"/>
            <a:ext cx="5962798" cy="234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3603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A6FA06-7B99-9A1E-A475-A0B7061C9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F54AB6-B953-25EE-C98C-6E9A15392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90E09-7D5F-F04A-83F2-0A0A8FF42F66}" type="slidenum">
              <a:rPr lang="en-US" smtClean="0"/>
              <a:t>13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18113D-1D61-E177-5924-E11819B38DB4}"/>
              </a:ext>
            </a:extLst>
          </p:cNvPr>
          <p:cNvSpPr txBox="1"/>
          <p:nvPr/>
        </p:nvSpPr>
        <p:spPr>
          <a:xfrm>
            <a:off x="0" y="0"/>
            <a:ext cx="5980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structure of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Li_Jing_Hostel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website as at </a:t>
            </a:r>
            <a:r>
              <a:rPr lang="en-US" b="1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20251119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89E3863-5A25-5014-9117-42F568E2D0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073" y="419100"/>
            <a:ext cx="5829596" cy="300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2484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</TotalTime>
  <Words>169</Words>
  <Application>Microsoft Macintosh PowerPoint</Application>
  <PresentationFormat>Widescreen</PresentationFormat>
  <Paragraphs>26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SIU HANG HO</dc:creator>
  <cp:lastModifiedBy>SIU HANG HO</cp:lastModifiedBy>
  <cp:revision>20</cp:revision>
  <dcterms:created xsi:type="dcterms:W3CDTF">2025-11-19T11:01:31Z</dcterms:created>
  <dcterms:modified xsi:type="dcterms:W3CDTF">2025-11-19T14:48:55Z</dcterms:modified>
</cp:coreProperties>
</file>